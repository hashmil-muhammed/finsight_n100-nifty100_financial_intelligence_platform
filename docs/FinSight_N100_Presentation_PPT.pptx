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99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258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4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2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8149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37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275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79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3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8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877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640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129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147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685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2943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28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5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9354" y="2185416"/>
            <a:ext cx="6084485" cy="841248"/>
          </a:xfrm>
        </p:spPr>
        <p:txBody>
          <a:bodyPr>
            <a:noAutofit/>
          </a:bodyPr>
          <a:lstStyle/>
          <a:p>
            <a:r>
              <a:rPr sz="3500" dirty="0" err="1"/>
              <a:t>FinSight</a:t>
            </a:r>
            <a:r>
              <a:rPr sz="3500" dirty="0"/>
              <a:t> N100 | Financial Intelligence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987" y="3621350"/>
            <a:ext cx="4616026" cy="1466429"/>
          </a:xfrm>
        </p:spPr>
        <p:txBody>
          <a:bodyPr>
            <a:noAutofit/>
          </a:bodyPr>
          <a:lstStyle/>
          <a:p>
            <a:br>
              <a:rPr lang="en-IN" sz="1600" b="1" dirty="0"/>
            </a:br>
            <a:r>
              <a:rPr sz="1600" b="1" dirty="0"/>
              <a:t>Prepared by: Hashmil Muhammed</a:t>
            </a:r>
            <a:br>
              <a:rPr lang="en-IN" sz="1600" b="1" dirty="0"/>
            </a:br>
            <a:r>
              <a:rPr sz="1600" b="1" dirty="0"/>
              <a:t>Data Analyst</a:t>
            </a:r>
            <a:r>
              <a:rPr lang="en-IN" sz="1600" b="1" dirty="0"/>
              <a:t> @Bluestock Fintech </a:t>
            </a:r>
            <a:br>
              <a:rPr lang="en-IN" sz="1600" b="1" dirty="0"/>
            </a:br>
            <a:r>
              <a:rPr sz="1600" b="1" dirty="0"/>
              <a:t>hashmilmuhammedparammal@gmail.com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institutional-grade analytics is needed:</a:t>
            </a:r>
          </a:p>
          <a:p>
            <a:pPr lvl="1"/>
            <a:r>
              <a:t>Fragmented Data: Financial data is scattered across multiple annual reports and statements.</a:t>
            </a:r>
          </a:p>
          <a:p>
            <a:pPr lvl="1"/>
            <a:r>
              <a:t>Lack of Automation: Manual computation of complex ratios and CAGR is error-prone.</a:t>
            </a:r>
          </a:p>
          <a:p>
            <a:pPr lvl="1"/>
            <a:r>
              <a:t>No Peer Benchmarking: Difficult to compare a company's performance against sector medians instantly.</a:t>
            </a:r>
          </a:p>
          <a:p>
            <a:pPr lvl="1"/>
            <a:r>
              <a:t>Missing Sentiment Analysis: Qualitative factors from business descriptions are often ignored.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Goals of FinSight N100:</a:t>
            </a:r>
          </a:p>
          <a:p>
            <a:pPr lvl="1"/>
            <a:r>
              <a:t>Build a robust ETL pipeline and Star Schema SQLite database.</a:t>
            </a:r>
          </a:p>
          <a:p>
            <a:pPr lvl="1"/>
            <a:r>
              <a:t>Compute 50+ KPIs including ROCE, FCF, and Turnaround CAGR.</a:t>
            </a:r>
          </a:p>
          <a:p>
            <a:pPr lvl="1"/>
            <a:r>
              <a:t>Implement ML K-Means clustering &amp; NLP Sentiment Scoring.</a:t>
            </a:r>
          </a:p>
          <a:p>
            <a:pPr lvl="1"/>
            <a:r>
              <a:t>Deliver a 9-screen interactive Streamlit Dashboard and FastAPI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Sourcing &amp; Ingestion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Enterprise Datasets Utilized:</a:t>
            </a:r>
          </a:p>
          <a:p>
            <a:pPr lvl="1"/>
            <a:r>
              <a:t>7 Core Datasets: 10-Year P&amp;L, Balance Sheet, Cash Flow, and Business Descriptions.</a:t>
            </a:r>
          </a:p>
          <a:p>
            <a:pPr lvl="1"/>
            <a:r>
              <a:t>5 Supplementary Datasets: Market Cap, Peer Groups, Sectors, Stock Prices.</a:t>
            </a:r>
          </a:p>
          <a:p>
            <a:pPr lvl="1"/>
            <a:r>
              <a:t>Scale: 92 NSE Nifty 100 Companies generating over 11,000+ historical data points.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System Architecture &amp; 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Workflow:</a:t>
            </a:r>
          </a:p>
          <a:p>
            <a:pPr lvl="1"/>
            <a:r>
              <a:t>Extract: Automated pandas ingestion from raw Excel files.</a:t>
            </a:r>
          </a:p>
          <a:p>
            <a:pPr lvl="1"/>
            <a:r>
              <a:t>Transform: 16 Data Quality (DQ) Rules applied (PK/FK uniqueness, tally verifications).</a:t>
            </a:r>
          </a:p>
          <a:p>
            <a:pPr lvl="1"/>
            <a:r>
              <a:t>Load: Indexed Star Schema SQLite Database (nifty100.db).</a:t>
            </a:r>
          </a:p>
          <a:p>
            <a:pPr lvl="1"/>
            <a:r>
              <a:t>Serve: 16 modular FastAPI endpoints serving data to Streamlit in &lt;0.5s.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Technologies Used:</a:t>
            </a:r>
          </a:p>
          <a:p>
            <a:pPr lvl="1"/>
            <a:r>
              <a:t>Backend &amp; API: Python 3.10, FastAPI, Uvicorn</a:t>
            </a:r>
          </a:p>
          <a:p>
            <a:pPr lvl="1"/>
            <a:r>
              <a:t>Database: SQLite3 (Optimized &amp; Indexed)</a:t>
            </a:r>
          </a:p>
          <a:p>
            <a:pPr lvl="1"/>
            <a:r>
              <a:t>Frontend: Streamlit, Plotly, Matplotlib</a:t>
            </a:r>
          </a:p>
          <a:p>
            <a:pPr lvl="1"/>
            <a:r>
              <a:t>Data Engineering &amp; ML: Pandas, NumPy, Scikit-Learn (K-Means)</a:t>
            </a:r>
          </a:p>
          <a:p>
            <a:pPr lvl="1"/>
            <a:r>
              <a:t>NLP &amp; QA: NLTK VADER, Pytest (137/137 passed)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Financial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Engine Highlights:</a:t>
            </a:r>
          </a:p>
          <a:p>
            <a:pPr lvl="1"/>
            <a:r>
              <a:t>Negative-Base CAGR Resilience: Custom logic to handle turnaround financial years without math errors.</a:t>
            </a:r>
          </a:p>
          <a:p>
            <a:pPr lvl="1"/>
            <a:r>
              <a:t>Banking Carve-outs: Adjusted ROCE and D/E logic specifically for financial sector constituents.</a:t>
            </a:r>
          </a:p>
          <a:p>
            <a:pPr lvl="1"/>
            <a:r>
              <a:t>Cash Flow Intelligence: Capital Allocation mapping (8 phases like Cash Cow, Aggressive Growth).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&amp;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Adding AI Intelligence:</a:t>
            </a:r>
          </a:p>
          <a:p>
            <a:pPr lvl="1"/>
            <a:r>
              <a:t>Unsupervised ML: K-Means Clustering (k=5) based on ROE, D/E, OPM, and CAGR for automated peer profiling.</a:t>
            </a:r>
          </a:p>
          <a:p>
            <a:pPr lvl="1"/>
            <a:r>
              <a:t>NLP Tagging: Keyword-matching algorithm to classify sectors from raw text.</a:t>
            </a:r>
          </a:p>
          <a:p>
            <a:pPr lvl="1"/>
            <a:r>
              <a:t>Sentiment Scoring: NLTK VADER applied to validate qualitative Pros/Cons generated by the rule engine.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Screener &amp;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Evaluating Market Leaders:</a:t>
            </a:r>
          </a:p>
          <a:p>
            <a:pPr lvl="1"/>
            <a:r>
              <a:t>YAML Screener: Multi-criteria filtering engine (Quality, Value, Growth).</a:t>
            </a:r>
          </a:p>
          <a:p>
            <a:pPr lvl="1"/>
            <a:r>
              <a:t>Composite Ranking: Weighted scoring (Profitability 50%, Growth 30%, Valuation 20%).</a:t>
            </a:r>
          </a:p>
          <a:p>
            <a:pPr lvl="1"/>
            <a:r>
              <a:t>Radar Charts: 56 automated Plotly radar charts for sector-relative peer comparisons.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Dashboard (Streamlit)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9-Screen Business Intelligence UI:</a:t>
            </a:r>
          </a:p>
          <a:p>
            <a:pPr lvl="1"/>
            <a:r>
              <a:t>Home / Overview: Market health and sector distribution.</a:t>
            </a:r>
          </a:p>
          <a:p>
            <a:pPr lvl="1"/>
            <a:r>
              <a:t>Company Profile: Ticker search with 6-metric KPI tiles.</a:t>
            </a:r>
          </a:p>
          <a:p>
            <a:pPr lvl="1"/>
            <a:r>
              <a:t>Trend Analysis: 10-year sparkline trajectories.</a:t>
            </a:r>
          </a:p>
          <a:p>
            <a:pPr lvl="1"/>
            <a:r>
              <a:t>Automated Reports: PDF Tearsheet generation via ReportLab.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the Platform:</a:t>
            </a:r>
          </a:p>
          <a:p>
            <a:pPr lvl="1"/>
            <a:r>
              <a:t>Docker Containerization: Package FastAPI and Streamlit for cloud deployment.</a:t>
            </a:r>
          </a:p>
          <a:p>
            <a:pPr lvl="1"/>
            <a:r>
              <a:t>Real-Time Integration: WebSocket integration for live stock price streaming.</a:t>
            </a:r>
          </a:p>
          <a:p>
            <a:pPr lvl="1"/>
            <a:r>
              <a:t>Advanced NLP: Upgrade to FinBERT for deep analysis of annual reports and earnings calls.</a:t>
            </a:r>
          </a:p>
          <a:p>
            <a:pPr lvl="1"/>
            <a:r>
              <a:t>Alert System: Automated email triggers for screened companies.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b="1" dirty="0"/>
              <a:t>Hashmil Muhammed</a:t>
            </a:r>
          </a:p>
          <a:p>
            <a:r>
              <a:rPr b="1" dirty="0"/>
              <a:t>Data Analyst</a:t>
            </a:r>
            <a:r>
              <a:rPr lang="en-IN" b="1" dirty="0"/>
              <a:t> @ BlueStock Fintech </a:t>
            </a:r>
            <a:endParaRPr b="1" dirty="0"/>
          </a:p>
          <a:p>
            <a:r>
              <a:rPr b="1" dirty="0"/>
              <a:t>LinkedIn: linkedin.com/in/hashmil-muhammed08</a:t>
            </a:r>
          </a:p>
          <a:p>
            <a:r>
              <a:rPr b="1" dirty="0"/>
              <a:t>GitHub: github.com/Hashmil-Muhammed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31</TotalTime>
  <Words>610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Garamond</vt:lpstr>
      <vt:lpstr>Organic</vt:lpstr>
      <vt:lpstr>FinSight N100 | Financial Intelligence Platform</vt:lpstr>
      <vt:lpstr>Problem Statement</vt:lpstr>
      <vt:lpstr>Project Objectives</vt:lpstr>
      <vt:lpstr>Data Sourcing &amp; Ingestion</vt:lpstr>
      <vt:lpstr>System Architecture &amp; ETL Pipeline</vt:lpstr>
      <vt:lpstr>Technology Stack</vt:lpstr>
      <vt:lpstr>Advanced Financial Analytics</vt:lpstr>
      <vt:lpstr>Machine Learning &amp; NLP</vt:lpstr>
      <vt:lpstr>Smart Screener &amp; Benchmarking</vt:lpstr>
      <vt:lpstr>Interactive Dashboard (Streamlit)</vt:lpstr>
      <vt:lpstr>Future Roadmap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Hashmil Muhammed</dc:creator>
  <cp:keywords/>
  <dc:description>generated using python-pptx</dc:description>
  <cp:lastModifiedBy>Hashmil Muhammed</cp:lastModifiedBy>
  <cp:revision>2</cp:revision>
  <dcterms:created xsi:type="dcterms:W3CDTF">2013-01-27T09:14:16Z</dcterms:created>
  <dcterms:modified xsi:type="dcterms:W3CDTF">2026-07-27T10:43:06Z</dcterms:modified>
  <cp:category/>
</cp:coreProperties>
</file>